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AECF2"/>
                </a:solidFill>
                <a:latin typeface="Calibri"/>
              </a:rPr>
              <a:t>LLM-Enabled Zero-Touch Kubernetes
Service Deployment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8CFF"/>
                </a:solidFill>
                <a:latin typeface="Calibri"/>
              </a:rPr>
              <a:t>Weekly 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2C7"/>
                </a:solidFill>
                <a:latin typeface="Calibri"/>
              </a:rPr>
              <a:t>2026-08-12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2C7"/>
                </a:solidFill>
                <a:latin typeface="Calibri"/>
              </a:rPr>
              <a:t>LLM-enabled Zero-Touch Kubernetes Service Deployment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ECF2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508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AECF2"/>
                </a:solidFill>
                <a:latin typeface="Calibri"/>
              </a:rPr>
              <a:t>•  Goal: fine-tuning the LLM to extract deployment intent from natural language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AECF2"/>
                </a:solidFill>
                <a:latin typeface="Calibri"/>
              </a:rPr>
              <a:t>•  Target outputs: node count, pod count, and per-pod resource requests (CPU / memory)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AECF2"/>
                </a:solidFill>
                <a:latin typeface="Calibri"/>
              </a:rPr>
              <a:t>•  Evaluation plan: metrics to measure extraction accuracy and reliability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AECF2"/>
                </a:solidFill>
                <a:latin typeface="Calibri"/>
              </a:rPr>
              <a:t>•  This week's completed work: input translation / normalization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2C7"/>
                </a:solidFill>
                <a:latin typeface="Calibri"/>
              </a:rPr>
              <a:t>LLM-enabled Zero-Touch Kubernetes Service Deployment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ECF2"/>
                </a:solidFill>
                <a:latin typeface="Calibri"/>
              </a:rPr>
              <a:t>Fine-Tuning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508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9B2C7"/>
                </a:solidFill>
                <a:latin typeface="Calibri"/>
              </a:rPr>
              <a:t>Given a free-text natural language prompt describing a desired service, the fine-tuned model should reliably identify: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AECF2"/>
                </a:solidFill>
                <a:latin typeface="Calibri"/>
              </a:rPr>
              <a:t>•  Number of nodes required for the deployment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AECF2"/>
                </a:solidFill>
                <a:latin typeface="Calibri"/>
              </a:rPr>
              <a:t>•  Number of pods (replica count) required per workload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AECF2"/>
                </a:solidFill>
                <a:latin typeface="Calibri"/>
              </a:rPr>
              <a:t>•  Resource requirements per pod — CPU cores/millicores and memory (e.g. requests/limits)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AECF2"/>
                </a:solidFill>
                <a:latin typeface="Calibri"/>
              </a:rPr>
              <a:t>•  Any additional structured fields already supported (image, namespace, ports, etc.) stay consistent with this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2C7"/>
                </a:solidFill>
                <a:latin typeface="Calibri"/>
              </a:rPr>
              <a:t>LLM-enabled Zero-Touch Kubernetes Service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ECF2"/>
                </a:solidFill>
                <a:latin typeface="Calibri"/>
              </a:rPr>
              <a:t>Evaluation Metrics to Consider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508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566160" cy="1508760"/>
          </a:xfrm>
          <a:prstGeom prst="rect">
            <a:avLst/>
          </a:prstGeom>
          <a:solidFill>
            <a:srgbClr val="1B2133"/>
          </a:solidFill>
          <a:ln w="9525">
            <a:solidFill>
              <a:srgbClr val="2A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400" b="1">
                <a:solidFill>
                  <a:srgbClr val="5B8CFF"/>
                </a:solidFill>
                <a:latin typeface="Calibri"/>
              </a:rPr>
              <a:t>Field-level Accuracy</a:t>
            </a:r>
          </a:p>
          <a:p>
            <a:r>
              <a:rPr sz="1100">
                <a:solidFill>
                  <a:srgbClr val="EAECF2"/>
                </a:solidFill>
                <a:latin typeface="Calibri"/>
              </a:rPr>
              <a:t>Exact-match accuracy per extracted field (node count, pod/replica count, CPU, memory) against a labeled test 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1371600"/>
            <a:ext cx="3566160" cy="1508760"/>
          </a:xfrm>
          <a:prstGeom prst="rect">
            <a:avLst/>
          </a:prstGeom>
          <a:solidFill>
            <a:srgbClr val="1B2133"/>
          </a:solidFill>
          <a:ln w="9525">
            <a:solidFill>
              <a:srgbClr val="2A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400" b="1">
                <a:solidFill>
                  <a:srgbClr val="5B8CFF"/>
                </a:solidFill>
                <a:latin typeface="Calibri"/>
              </a:rPr>
              <a:t>Numeric Tolerance / Error</a:t>
            </a:r>
          </a:p>
          <a:p>
            <a:r>
              <a:rPr sz="1100">
                <a:solidFill>
                  <a:srgbClr val="EAECF2"/>
                </a:solidFill>
                <a:latin typeface="Calibri"/>
              </a:rPr>
              <a:t>For resource values, mean absolute error or % deviation, since near-correct CPU/memory values may still be acceptable.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0" y="1371600"/>
            <a:ext cx="3566160" cy="1508760"/>
          </a:xfrm>
          <a:prstGeom prst="rect">
            <a:avLst/>
          </a:prstGeom>
          <a:solidFill>
            <a:srgbClr val="1B2133"/>
          </a:solidFill>
          <a:ln w="9525">
            <a:solidFill>
              <a:srgbClr val="2A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400" b="1">
                <a:solidFill>
                  <a:srgbClr val="5B8CFF"/>
                </a:solidFill>
                <a:latin typeface="Calibri"/>
              </a:rPr>
              <a:t>Schema / Format Validity</a:t>
            </a:r>
          </a:p>
          <a:p>
            <a:r>
              <a:rPr sz="1100">
                <a:solidFill>
                  <a:srgbClr val="EAECF2"/>
                </a:solidFill>
                <a:latin typeface="Calibri"/>
              </a:rPr>
              <a:t>Rate of outputs that are valid, parseable JSON/YAML matching the expected schema (no missing/malformed fields).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63240"/>
            <a:ext cx="3566160" cy="1508760"/>
          </a:xfrm>
          <a:prstGeom prst="rect">
            <a:avLst/>
          </a:prstGeom>
          <a:solidFill>
            <a:srgbClr val="1B2133"/>
          </a:solidFill>
          <a:ln w="9525">
            <a:solidFill>
              <a:srgbClr val="2A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400" b="1">
                <a:solidFill>
                  <a:srgbClr val="5B8CFF"/>
                </a:solidFill>
                <a:latin typeface="Calibri"/>
              </a:rPr>
              <a:t>Hallucination Rate</a:t>
            </a:r>
          </a:p>
          <a:p>
            <a:r>
              <a:rPr sz="1100">
                <a:solidFill>
                  <a:srgbClr val="EAECF2"/>
                </a:solidFill>
                <a:latin typeface="Calibri"/>
              </a:rPr>
              <a:t>Frequency of the model inventing values not present or implied in the prompt (esp. under-specified prompts).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3063240"/>
            <a:ext cx="3566160" cy="1508760"/>
          </a:xfrm>
          <a:prstGeom prst="rect">
            <a:avLst/>
          </a:prstGeom>
          <a:solidFill>
            <a:srgbClr val="1B2133"/>
          </a:solidFill>
          <a:ln w="9525">
            <a:solidFill>
              <a:srgbClr val="2A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400" b="1">
                <a:solidFill>
                  <a:srgbClr val="5B8CFF"/>
                </a:solidFill>
                <a:latin typeface="Calibri"/>
              </a:rPr>
              <a:t>Under-specification Handling</a:t>
            </a:r>
          </a:p>
          <a:p>
            <a:r>
              <a:rPr sz="1100">
                <a:solidFill>
                  <a:srgbClr val="EAECF2"/>
                </a:solidFill>
                <a:latin typeface="Calibri"/>
              </a:rPr>
              <a:t>Correctness of fallback/default behavior when the prompt omits node/pod/resource info, vs. incorrectly guessing.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3063240"/>
            <a:ext cx="3566160" cy="1508760"/>
          </a:xfrm>
          <a:prstGeom prst="rect">
            <a:avLst/>
          </a:prstGeom>
          <a:solidFill>
            <a:srgbClr val="1B2133"/>
          </a:solidFill>
          <a:ln w="9525">
            <a:solidFill>
              <a:srgbClr val="2A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400" b="1">
                <a:solidFill>
                  <a:srgbClr val="5B8CFF"/>
                </a:solidFill>
                <a:latin typeface="Calibri"/>
              </a:rPr>
              <a:t>Downstream Pass Rate</a:t>
            </a:r>
          </a:p>
          <a:p>
            <a:r>
              <a:rPr sz="1100">
                <a:solidFill>
                  <a:srgbClr val="EAECF2"/>
                </a:solidFill>
                <a:latin typeface="Calibri"/>
              </a:rPr>
              <a:t>% of generated manifests that pass guardian dry-run + orchestrator (security/cost/perf) validation without edits.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2C7"/>
                </a:solidFill>
                <a:latin typeface="Calibri"/>
              </a:rPr>
              <a:t>LLM-enabled Zero-Touch Kubernetes Service Deployment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AECF2"/>
                </a:solidFill>
                <a:latin typeface="Calibri"/>
              </a:rPr>
              <a:t>This Week: Input Translation / Normalization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508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9B2C7"/>
                </a:solidFill>
                <a:latin typeface="Calibri"/>
              </a:rPr>
              <a:t>Before the local LLM parses a deployment request, a translation layer normalizes the raw natural-language prompt (Gemini API) so downstream extraction is more consistent.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EAECF2"/>
                </a:solidFill>
                <a:latin typeface="Calibri"/>
              </a:rPr>
              <a:t>•  Fixed a truncation bug: Gemini's 'thinking' tokens were consuming the output budget (max_output_tokens=150), cutting answers mid-sentence — raised the budget to 1024 so both reasoning and the answer fit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EAECF2"/>
                </a:solidFill>
                <a:latin typeface="Calibri"/>
              </a:rPr>
              <a:t>•  Added a shared output-validation check: if a response is still truncated (finish_reason != STOP), it is discarded and the caller falls back to the original raw prompt instead of passing broken text downstream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EAECF2"/>
                </a:solidFill>
                <a:latin typeface="Calibri"/>
              </a:rPr>
              <a:t>•  Fixed a trailing-punctuation bug where Gemini's normalized text (e.g. 'deploy 2 pods of redis.') broke the local image-name regex, causing silent fallback to the wrong default image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EAECF2"/>
                </a:solidFill>
                <a:latin typeface="Calibri"/>
              </a:rPr>
              <a:t>•  Added call-volume control: only prompts over 60 characters or containing suspicious markers (e.g. '###', 'System:') are sent through the translation layer — short, clean messages skip it to save quota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EAECF2"/>
                </a:solidFill>
                <a:latin typeface="Calibri"/>
              </a:rPr>
              <a:t>•  Documented translation-layer log messages/behaviors in a new RAG knowledge doc so they're retrievable during 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2C7"/>
                </a:solidFill>
                <a:latin typeface="Calibri"/>
              </a:rPr>
              <a:t>LLM-enabled Zero-Touch Kubernetes Service Deployment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ECF2"/>
                </a:solidFill>
                <a:latin typeface="Calibri"/>
              </a:rPr>
              <a:t>Current Status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508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8CFF"/>
                </a:solidFill>
                <a:latin typeface="Calibri"/>
              </a:rP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AECF2"/>
                </a:solidFill>
                <a:latin typeface="Calibri"/>
              </a:rPr>
              <a:t>•  Translation layer bug fixes verified and working; currently kept OFF by default (USE_LLM_NORMALIZE=0)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AECF2"/>
                </a:solidFill>
                <a:latin typeface="Calibri"/>
              </a:rPr>
              <a:t>•  Reason: Gemini free-tier rate limit (5 requests/min) still unresolved — risk of 429 errors during live demos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8CFF"/>
                </a:solidFill>
                <a:latin typeface="Calibri"/>
              </a:rPr>
              <a:t>Open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AECF2"/>
                </a:solidFill>
                <a:latin typeface="Calibri"/>
              </a:rPr>
              <a:t>•  Decide on rate-limit strategy: upgrade to paid Gemini tier vs. add request throttling/queueing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AECF2"/>
                </a:solidFill>
                <a:latin typeface="Calibri"/>
              </a:rPr>
              <a:t>•  Finalize evaluation metric set (slide 4) and build a labeled test set for node/pod/resource extraction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AECF2"/>
                </a:solidFill>
                <a:latin typeface="Calibri"/>
              </a:rPr>
              <a:t>•  Fine-tune / evaluate the LLM specifically on node-count, pod-count, and CPU/memory extraction accuracy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AECF2"/>
                </a:solidFill>
                <a:latin typeface="Calibri"/>
              </a:rPr>
              <a:t>•  Address a separate, unrelated bug: /chat sometimes leaks raw RAG context into the final reply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2C7"/>
                </a:solidFill>
                <a:latin typeface="Calibri"/>
              </a:rPr>
              <a:t>LLM-enabled Zero-Touch Kubernetes Service Deployment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