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Microsoft JhengHei"/>
              </a:rPr>
              <a:t>本週進度簡報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9CE6B5"/>
                </a:solidFill>
                <a:latin typeface="Microsoft JhengHei"/>
              </a:rPr>
              <a:t>Zero-Touch Kubernetes Service Deployment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CCCCC"/>
                </a:solidFill>
                <a:latin typeface="Microsoft JhengHei"/>
              </a:rPr>
              <a:t>LLM 資源判斷（CPU / Memory / Node 數量）功能開發與評估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Microsoft JhengHei"/>
              </a:rPr>
              <a:t>本週目標：教授要求回顧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Microsoft JhengHei"/>
              </a:rPr>
              <a:t>•  LLM 從自然語言 prompt 判斷：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700">
                <a:solidFill>
                  <a:srgbClr val="555555"/>
                </a:solidFill>
                <a:latin typeface="Microsoft JhengHei"/>
              </a:rPr>
              <a:t>‣  需要多少個 pod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700">
                <a:solidFill>
                  <a:srgbClr val="555555"/>
                </a:solidFill>
                <a:latin typeface="Microsoft JhengHei"/>
              </a:rPr>
              <a:t>‣  需要多少個 node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700">
                <a:solidFill>
                  <a:srgbClr val="555555"/>
                </a:solidFill>
                <a:latin typeface="Microsoft JhengHei"/>
              </a:rPr>
              <a:t>‣  每個 pod 需要多少資源（CPU core、記憶體）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Microsoft JhengHei"/>
              </a:rPr>
              <a:t>•  評估要求：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700">
                <a:solidFill>
                  <a:srgbClr val="555555"/>
                </a:solidFill>
                <a:latin typeface="Microsoft JhengHei"/>
              </a:rPr>
              <a:t>‣  需自行定義並套用評估指標，衡量 fine-tuned 模型的準確度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Microsoft JhengHei"/>
              </a:rPr>
              <a:t>•  核心問題：現有系統只做到 pods / memory，CPU 完全沒有被抽取，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Microsoft JhengHei"/>
              </a:rPr>
              <a:t>•  Node 數量從未存在於系統任何一層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Microsoft JhengHei"/>
              </a:rPr>
              <a:t>Zero-Touch Kubernetes Service Deployment Platform  |  本週進度報告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Microsoft JhengHei"/>
              </a:rPr>
              <a:t>翻譯層（自然語言 → JSON）擴充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 現有翻譯層：llama_client.py 將自然語言解析為 JSON（pods / image / app_name / port / memory）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 本週新增：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  <a:latin typeface="Microsoft JhengHei"/>
              </a:rPr>
              <a:t>‣  JSON schema 加入 cpu、node_count 兩個新欄位（core/config.py SYSTEM_PROMPT）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  <a:latin typeface="Microsoft JhengHei"/>
              </a:rPr>
              <a:t>‣  llama_client.py 的 JSON 正則解析 + 自然語言備援解析，都比照既有 memory 欄位的作法新增抽取邏輯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  <a:latin typeface="Microsoft JhengHei"/>
              </a:rPr>
              <a:t>‣  web_demo.py 的手動輸入清洗層（_sanitize_deploy_payload）原本會把 cpu 欄位過濾掉，一併修正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 新增 Node 數量換算層：agents/cost_agent.py::estimate_node_count()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  <a:latin typeface="Microsoft JhengHei"/>
              </a:rPr>
              <a:t>‣  依 CPU / 記憶體用量與單一 node 容量，用 bin-packing 公式算出至少需要幾個 node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  <a:latin typeface="Microsoft JhengHei"/>
              </a:rPr>
              <a:t>‣  作為 LLM 未直接判斷時的規則式備援（5/5 驗證案例全數正確）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Microsoft JhengHei"/>
              </a:rPr>
              <a:t>Zero-Touch Kubernetes Service Deployment Platform  |  本週進度報告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Microsoft JhengHei"/>
              </a:rPr>
              <a:t>真正 Fine-tuning 歷程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 第一階段：Prompt-only（不重新訓練）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  <a:latin typeface="Microsoft JhengHei"/>
              </a:rPr>
              <a:t>‣  先驗證便宜做法：只改 system prompt schema，讓既有模型自己學會輸出 cpu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  <a:latin typeface="Microsoft JhengHei"/>
              </a:rPr>
              <a:t>‣  結果：cpu 準確率 95%，證明不需要立即重訓練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 第二階段：使用者要求嚴格符合教授字面要求 → 真正重新訓練 LoRA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  <a:latin typeface="Microsoft JhengHei"/>
              </a:rPr>
              <a:t>‣  擴充 generate_finetune_data.py 訓練資料生成管線，加入 cpu / node_count 標籤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  <a:latin typeface="Microsoft JhengHei"/>
              </a:rPr>
              <a:t>‣  修復訓練環境 3 個函式庫版本相容性問題（HF_HOME 快取路徑、trl SFTConfig API、bf16 精度）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  <a:latin typeface="Microsoft JhengHei"/>
              </a:rPr>
              <a:t>‣  多輪迭代：發現 node_count 訓練標籤嚴重失衡（60% 答案都是1）→ 重新設計資料分布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  <a:latin typeface="Microsoft JhengHei"/>
              </a:rPr>
              <a:t>‣  導入 Chain-of-Thought 訓練格式（輸出包含中間計算步驟，不是直接硬記答案）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Microsoft JhengHei"/>
              </a:rPr>
              <a:t>Zero-Touch Kubernetes Service Deployment Platform  |  本週進度報告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Microsoft JhengHei"/>
              </a:rPr>
              <a:t>評估結果（100 筆測試案例，中英文各半）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Microsoft JhengHei"/>
                        </a:rPr>
                        <a:t>欄位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Microsoft JhengHei"/>
                        </a:rPr>
                        <a:t>訓練前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Microsoft JhengHei"/>
                        </a:rPr>
                        <a:t>Fine-tune 後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Microsoft JhengHei"/>
                        </a:rPr>
                        <a:t>Pods 數量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Microsoft JhengHei"/>
                        </a:rPr>
                        <a:t>98.8%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Microsoft JhengHe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Microsoft JhengHei"/>
                        </a:rPr>
                        <a:t>Image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Microsoft JhengHei"/>
                        </a:rPr>
                        <a:t>98.8%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Microsoft JhengHei"/>
                        </a:rPr>
                        <a:t>100%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Microsoft JhengHei"/>
                        </a:rPr>
                        <a:t>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Microsoft JhengHe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Microsoft JhengHe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Microsoft JhengHei"/>
                        </a:rPr>
                        <a:t>Memory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Microsoft JhengHei"/>
                        </a:rPr>
                        <a:t>100%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Microsoft JhengHei"/>
                        </a:rPr>
                        <a:t>100%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Microsoft JhengHei"/>
                        </a:rPr>
                        <a:t>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Microsoft JhengHei"/>
                        </a:rPr>
                        <a:t>95%（prompt-only）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Microsoft JhengHe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Microsoft JhengHei"/>
                        </a:rPr>
                        <a:t>Node 數量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Microsoft JhengHei"/>
                        </a:rPr>
                        <a:t>60%</a:t>
                      </a:r>
                    </a:p>
                  </a:txBody>
                  <a:tcPr>
                    <a:solidFill>
                      <a:srgbClr val="F7F7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Microsoft JhengHei"/>
                        </a:rPr>
                        <a:t>整體完全命中率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Microsoft JhengHei"/>
                        </a:rPr>
                        <a:t>98.8%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Microsoft JhengHei"/>
                        </a:rPr>
                        <a:t>92.0%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1206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555555"/>
                </a:solidFill>
                <a:latin typeface="Microsoft JhengHei"/>
              </a:rPr>
              <a:t>•  Node 數量規則計算備援層（estimate_node_count）：獨立驗證 5/5 全數正確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Microsoft JhengHei"/>
              </a:rPr>
              <a:t>Zero-Touch Kubernetes Service Deployment Platform  |  本週進度報告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Microsoft JhengHei"/>
              </a:rPr>
              <a:t>採用的評估指標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Microsoft JhengHei"/>
              </a:rPr>
              <a:t>•  欄位級準確率（Field-level Accuracy）：每個欄位（pods/image/port/memory/cpu/node_count）分別計算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Microsoft JhengHei"/>
              </a:rPr>
              <a:t>•  數值誤差（MAE）：pods 等數值型欄位的平均絕對誤差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Microsoft JhengHei"/>
              </a:rPr>
              <a:t>•  Schema 有效率：LLM 輸出是否為合法可解析的 JSON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Microsoft JhengHei"/>
              </a:rPr>
              <a:t>•  整體完全命中率（Exact Match）：所有欄位全對的比例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Microsoft JhengHei"/>
              </a:rPr>
              <a:t>•  Node 數量獨立驗證：規則計算函式（非 LLM）另外用已知輸入輸出組合驗證邏輯正確性，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700">
                <a:solidFill>
                  <a:srgbClr val="555555"/>
                </a:solidFill>
                <a:latin typeface="Microsoft JhengHei"/>
              </a:rPr>
              <a:t>‣  跟 LLM 準確度分開報告，避免混淆「工具本身對不對」與「模型會不會用」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Microsoft JhengHei"/>
              </a:rPr>
              <a:t>Zero-Touch Kubernetes Service Deployment Platform  |  本週進度報告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Microsoft JhengHei"/>
              </a:rPr>
              <a:t>已知限制與根因分析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1A1A1A"/>
                </a:solidFill>
                <a:latin typeface="Microsoft JhengHei"/>
              </a:rPr>
              <a:t>•  Node 數量準確率卡在 60%，已嘗試但無效的方案：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>
                <a:solidFill>
                  <a:srgbClr val="555555"/>
                </a:solidFill>
                <a:latin typeface="Microsoft JhengHei"/>
              </a:rPr>
              <a:t>‣  訓練資料重新平衡分布（15% → 35%）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>
                <a:solidFill>
                  <a:srgbClr val="555555"/>
                </a:solidFill>
                <a:latin typeface="Microsoft JhengHei"/>
              </a:rPr>
              <a:t>‣  Chain-of-Thought 訓練格式（35% → 60%）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>
                <a:solidFill>
                  <a:srgbClr val="555555"/>
                </a:solidFill>
                <a:latin typeface="Microsoft JhengHei"/>
              </a:rPr>
              <a:t>‣  加大訓練樣本量 4 倍 + 延長訓練 epoch（60% → 60%，無變化）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1A1A1A"/>
                </a:solidFill>
                <a:latin typeface="Microsoft JhengHei"/>
              </a:rPr>
              <a:t>•  結論：這是 8B 規模模型做「多步驟算術推理」的能力上限，不是資料量問題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1A1A1A"/>
                </a:solidFill>
                <a:latin typeface="Microsoft JhengHei"/>
              </a:rPr>
              <a:t>•  架構層面的正確做法（已具備但未強制使用）：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>
                <a:solidFill>
                  <a:srgbClr val="555555"/>
                </a:solidFill>
                <a:latin typeface="Microsoft JhengHei"/>
              </a:rPr>
              <a:t>‣  讓 LLM 只負責抽取參數（100% 準確），把除法計算完全交給規則函式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>
                <a:solidFill>
                  <a:srgbClr val="555555"/>
                </a:solidFill>
                <a:latin typeface="Microsoft JhengHei"/>
              </a:rPr>
              <a:t>‣  Node 數量的正確用法應該是 tool-use 架構，而非要求 LLM 自己隱式計算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Microsoft JhengHei"/>
              </a:rPr>
              <a:t>Zero-Touch Kubernetes Service Deployment Platform  |  本週進度報告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Microsoft JhengHei"/>
              </a:rPr>
              <a:t>K8s 叢集連線問題排查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1A1A1A"/>
                </a:solidFill>
                <a:latin typeface="Microsoft JhengHei"/>
              </a:rPr>
              <a:t>•  問題：網頁部署卡在「kubectl dry-run failed」，無法完成實際部署驗證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1A1A1A"/>
                </a:solidFill>
                <a:latin typeface="Microsoft JhengHei"/>
              </a:rPr>
              <a:t>•  根因排查：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>
                <a:solidFill>
                  <a:srgbClr val="555555"/>
                </a:solidFill>
                <a:latin typeface="Microsoft JhengHei"/>
              </a:rPr>
              <a:t>‣  開發機的 kubeconfig 指向的 K8s API port 是舊/過期資訊，實際叢集運行在另一台個人電腦的 Docker Desktop 上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>
                <a:solidFill>
                  <a:srgbClr val="555555"/>
                </a:solidFill>
                <a:latin typeface="Microsoft JhengHei"/>
              </a:rPr>
              <a:t>‣  透過 SSH reverse tunnel 把個人電腦的 K8s API port 轉發進開發機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>
                <a:solidFill>
                  <a:srgbClr val="555555"/>
                </a:solidFill>
                <a:latin typeface="Microsoft JhengHei"/>
              </a:rPr>
              <a:t>‣  重新匯入正確的叢集憑證（certificate-authority / client-cert / client-key）到開發機 kubeconfig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900">
                <a:solidFill>
                  <a:srgbClr val="1A1A1A"/>
                </a:solidFill>
                <a:latin typeface="Microsoft JhengHei"/>
              </a:rPr>
              <a:t>•  結果：kubectl get nodes 成功回傳 2 個 Ready 節點，K8s 連線恢復正常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Microsoft JhengHei"/>
              </a:rPr>
              <a:t>Zero-Touch Kubernetes Service Deployment Platform  |  本週進度報告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Microsoft JhengHei"/>
              </a:rPr>
              <a:t>部署管線 Bug 修復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 測試實際部署時發現：CPU 沒有真的套用到叢集裡的 pod（仍是寫死的 100m/500m）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 根因：web_demo.py 的 k8s_deploy() 函式簽名完全沒有 cpu 參數，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 只有 gitops/manifest_writer.py 那條寫檔路徑接上了 cpu，實際呼叫 kubectl 部署的路徑被遺漏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 修復範圍：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  <a:latin typeface="Microsoft JhengHei"/>
              </a:rPr>
              <a:t>‣  web_demo.py::k8s_deploy() 新增 cpu 參數並正確套用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  <a:latin typeface="Microsoft JhengHei"/>
              </a:rPr>
              <a:t>‣  web_demo.py::_build_agent_manifest() 同步修正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  <a:latin typeface="Microsoft JhengHei"/>
              </a:rPr>
              <a:t>‣  guardian/dry_run.py 的驗證 manifest 一併補上，確保驗證與實際部署邏輯一致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Microsoft JhengHei"/>
              </a:rPr>
              <a:t>•  已驗證：重新部署測試，pod 的 CPU requests/limits 正確反映使用者指定的數值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Microsoft JhengHei"/>
              </a:rPr>
              <a:t>Zero-Touch Kubernetes Service Deployment Platform  |  本週進度報告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Microsoft JhengHei"/>
              </a:rPr>
              <a:t>下一步待辦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Microsoft JhengHei"/>
              </a:rPr>
              <a:t>•  App name 抽取偶發失敗（例如「web-frontend」被誤判為通用「auto-app」），待進一步排查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Microsoft JhengHei"/>
              </a:rPr>
              <a:t>•  確認 Node 數量功能是否要改為 tool-use 架構（LLM 抽取 + 規則計算），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700">
                <a:solidFill>
                  <a:srgbClr val="555555"/>
                </a:solidFill>
                <a:latin typeface="Microsoft JhengHei"/>
              </a:rPr>
              <a:t>‣  以取代目前準確率有限的直接推理方式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Microsoft JhengHei"/>
              </a:rPr>
              <a:t>•  訓練資料多樣性問題：目前訓練資料為模板排列組合生成，句型多樣性有限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700">
                <a:solidFill>
                  <a:srgbClr val="555555"/>
                </a:solidFill>
                <a:latin typeface="Microsoft JhengHei"/>
              </a:rPr>
              <a:t>‣  已規劃改寫/擴增（paraphrase augmentation）方向，尚未實作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Microsoft JhengHei"/>
              </a:rPr>
              <a:t>•  跟教授確認：「LLM 判斷 node 數量」的字面要求，能否接受「LLM 抽取 + 規則計算」的架構設計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Microsoft JhengHei"/>
              </a:rPr>
              <a:t>Zero-Touch Kubernetes Service Deployment Platform  |  本週進度報告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