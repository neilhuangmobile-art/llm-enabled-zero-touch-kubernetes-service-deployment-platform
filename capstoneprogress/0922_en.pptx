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3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Calibri"/>
              </a:rPr>
              <a:t>CAPSTONE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LLM-enabled Zero-Touch</a:t>
            </a:r>
          </a:p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Kubernetes Service Deployment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Progress Update — 2026/09/22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Today's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0992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Calibri"/>
              </a:rPr>
              <a:t>System Overview &amp;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756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What problem this platform solves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6829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Calibri"/>
              </a:rPr>
              <a:t>Full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34056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The complete data flow from natural-language input to automated deployment and self-healing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2666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Calibri"/>
              </a:rPr>
              <a:t>Core Foundation Completed (Stability Phase)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92424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Multi-tenant isolation, 3-agent review, Healer self-healing, CI/testing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66744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850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Calibri"/>
              </a:rPr>
              <a:t>This Week's Progress Highlights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5079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Fuzzy semantic understanding, Google Sign-In, real monitoring, Dashboard, multiple 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43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Calibri"/>
              </a:rPr>
              <a:t>Team Division &amp; Branch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0916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How the branches were integrated and who owned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017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Calibri"/>
              </a:rPr>
              <a:t>Testing &amp; Quality Assurance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36752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Automated testing, real-browser verification, risk review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418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66013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Calibri"/>
              </a:rPr>
              <a:t>Known Limitations &amp;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6025896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Facing our current boundaries honestly, and where we go 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System Overview &amp;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949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374151"/>
                </a:solidFill>
                <a:latin typeface="Calibri"/>
              </a:rPr>
              <a:t>Users describe deployment needs in natural language (Chinese or English). The system automatically translates this into a Kubernetes deployment spec, runs it through multi-agent security / cost / performance review plus dry-run validation, then deploys via GitOps — with built-in automatic monitoring and self-healing.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6949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50" b="0">
                <a:solidFill>
                  <a:srgbClr val="374151"/>
                </a:solidFill>
                <a:latin typeface="Calibri"/>
              </a:rPr>
              <a:t>Target users: general users unfamiliar with K8s / Docker / CLI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50" b="0">
                <a:solidFill>
                  <a:srgbClr val="374151"/>
                </a:solidFill>
                <a:latin typeface="Calibri"/>
              </a:rPr>
              <a:t>Core design principle: absolutely beginner-friendly — no silent failures, error messages must say “what to do next”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50" b="0">
                <a:solidFill>
                  <a:srgbClr val="374151"/>
                </a:solidFill>
                <a:latin typeface="Calibri"/>
              </a:rPr>
              <a:t>Not just a “translation layer”: built-in multi-layer protection (review → validate → version control) plus self-remediation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Full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rchitectur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846" y="1417320"/>
            <a:ext cx="9682002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Module Map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core/ + llama_client.py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Config, Model Server, inference entrypoint (translation layer → deterministic → RAG few-shot → 3B)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rag/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TF-IDF knowledge-base index, used for Q&amp;A and deployment-example few-shot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995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agents/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security_agent / cost_agent / perf_agent + orchestrator coordinated decisions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138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guardian/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YAML validation, security policy, kubectl dry-run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600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600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1709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gitops/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057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Commits to Git, version control, rollback-capable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743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2743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2852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healer/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200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Pod monitoring, LLM root-cause diagnosis, auto-remediation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86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886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3995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observability/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343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Prometheus + Grafana, real, live usage and alerting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29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5029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5138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web_demo.py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486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Flask Web Dashboard, the single current user entry 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Calibri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Core Foundation Completed (Stability Phase)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Calibri"/>
              </a:rPr>
              <a:t>Completed progressively since 09/14 — the foundation every later feature builds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7510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Multi-tenant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One real K8s namespace per account; end-to-end verified accounts can't see each other's resources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7510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Three-layer protection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9572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orchestrator (decide) → guardian (validate) → gitops (version control) — if any layer blocks, nothing deploys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39242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Healer auto-remediation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Background thread scans every 30s; rule-based + LLM root-cause diagnosis + auto-remediation, no manual trigger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33756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33756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39242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Malicious-behavior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1304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Gemini judges manipulative intent; repeat offenders get auto-banned and their namespace wiped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75488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80974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Testing &amp; 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3036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213 pytest tests, GitHub Actions auto-run, includes route-layer / multi-tenant isolation regression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5488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75488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80974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Honest audit culture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3036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Repeated full-system audits catching “claimed to work but never wired up” illusions (e.g. hardcoded status flags)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Calibri"/>
              </a:rPr>
              <a:t>THIS WEEK · 09/16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Fuzzy Semantic Understanding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74151"/>
                </a:solidFill>
                <a:latin typeface="Calibri"/>
              </a:rPr>
              <a:t>Lets Chat handle input that's “not clearly said” — not just exact commands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09728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Calibri"/>
              </a:rPr>
              <a:t>① Reference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4151"/>
                </a:solidFill>
                <a:latin typeface="Calibri"/>
              </a:rPr>
              <a:t>“Scale it up to 5” / “that thing I just deployed” — remembers the most recently mentioned resource in the chat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81528"/>
            <a:ext cx="109728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Calibri"/>
              </a:rPr>
              <a:t>② Fuzzy resource-name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65576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4151"/>
                </a:solidFill>
                <a:latin typeface="Calibri"/>
              </a:rPr>
              <a:t>Typos, nicknames or categories only — difflib + category detection finds the most likely 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05656"/>
            <a:ext cx="109728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105656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Calibri"/>
              </a:rPr>
              <a:t>③ Missing deploy fields: guess or ask?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9704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4151"/>
                </a:solidFill>
                <a:latin typeface="Calibri"/>
              </a:rPr>
              <a:t>When image/app_name have zero clues, it proactively asks instead of silently defaulting to nginx:latest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9784"/>
            <a:ext cx="109728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1297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Calibri"/>
              </a:rPr>
              <a:t>④ Proactive clarification on low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1383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4151"/>
                </a:solidFill>
                <a:latin typeface="Calibri"/>
              </a:rPr>
              <a:t>Previously only destructive operations had this gate; now extended to general queries and deploy intents too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24535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D97706"/>
                </a:solidFill>
                <a:latin typeface="Calibri"/>
              </a:rPr>
              <a:t>Real browser end-to-end testing caught and fixed a real bug: an exact resource-name match was misjudged as “ambiguous” because of its own Pod's name prefix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Calibri"/>
              </a:rPr>
              <a:t>THIS WEEK · 09/16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Google Sign-In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74151"/>
                </a:solidFill>
                <a:latin typeface="Calibri"/>
              </a:rPr>
              <a:t>Added as a second login method, coexisting with the existing password system, with zero impact on existing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8521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374151"/>
                </a:solidFill>
                <a:latin typeface="Calibri"/>
              </a:rPr>
              <a:t>Manually implemented the 3 OAuth2 endpoints (authorize → token → userinfo) using the project's existing requests library — no new dependency added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374151"/>
                </a:solidFill>
                <a:latin typeface="Calibri"/>
              </a:rPr>
              <a:t>CSRF state verification: a random value is generated before login and checked again on callback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374151"/>
                </a:solidFill>
                <a:latin typeface="Calibri"/>
              </a:rPr>
              <a:t>Email must be verified (email_verified) before login is allowed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374151"/>
                </a:solidFill>
                <a:latin typeface="Calibri"/>
              </a:rPr>
              <a:t>Never auto-merges accounts — a name collision always gets a suffix and becomes a new account, preventing account takeover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374151"/>
                </a:solidFill>
                <a:latin typeface="Calibri"/>
              </a:rPr>
              <a:t>18 new tests covering state mismatch, unverified email, banned accounts, and other security scenarios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103120"/>
            <a:ext cx="4846320" cy="3291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2286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Security Design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743200"/>
            <a:ext cx="43891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200" b="1">
                <a:solidFill>
                  <a:srgbClr val="374151"/>
                </a:solidFill>
                <a:latin typeface="Calibri"/>
              </a:rPr>
              <a:t>Why can't accounts auto-merge?</a:t>
            </a:r>
          </a:p>
          <a:p>
            <a:pPr marL="292608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–"/>
            </a:pPr>
            <a:r>
              <a:rPr sz="1000" b="0">
                <a:solidFill>
                  <a:srgbClr val="374151"/>
                </a:solidFill>
                <a:latin typeface="Calibri"/>
              </a:rPr>
              <a:t>Knowing only someone's username/email would let anyone log in
with their own Google account and gain that person's K8s namespace access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200" b="1">
                <a:solidFill>
                  <a:srgbClr val="374151"/>
                </a:solidFill>
                <a:latin typeface="Calibri"/>
              </a:rPr>
              <a:t>Existing accounts are looked up by google_sub
(Google's stable ID), not by matching the email 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Calibri"/>
              </a:rPr>
              <a:t>THIS WEEK · 09/15, 09/20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Real Monitoring Stack +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350" b="1">
                <a:solidFill>
                  <a:srgbClr val="374151"/>
                </a:solidFill>
                <a:latin typeface="Calibri"/>
              </a:rPr>
              <a:t>Actually deployed kube-prometheus-stack</a:t>
            </a:r>
          </a:p>
          <a:p>
            <a:pPr marL="292608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–"/>
            </a:pPr>
            <a:r>
              <a:rPr sz="1150" b="0">
                <a:solidFill>
                  <a:srgbClr val="374151"/>
                </a:solidFill>
                <a:latin typeface="Calibri"/>
              </a:rPr>
              <a:t>Audit found observability/ had been dead code since the day it was written — the cluster never actually had Prometheus installed</a:t>
            </a:r>
          </a:p>
          <a:p>
            <a:pPr marL="292608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–"/>
            </a:pPr>
            <a:r>
              <a:rPr sz="1150" b="0">
                <a:solidFill>
                  <a:srgbClr val="374151"/>
                </a:solidFill>
                <a:latin typeface="Calibri"/>
              </a:rPr>
              <a:t>Fixed two more “claimed to work but never wired up” gaps found along the way (PrometheusRule label, cAdvisor filter condition)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350" b="1">
                <a:solidFill>
                  <a:srgbClr val="374151"/>
                </a:solidFill>
                <a:latin typeface="Calibri"/>
              </a:rPr>
              <a:t>New Dashboard page</a:t>
            </a:r>
          </a:p>
          <a:p>
            <a:pPr marL="292608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–"/>
            </a:pPr>
            <a:r>
              <a:rPr sz="1150" b="0">
                <a:solidFill>
                  <a:srgbClr val="374151"/>
                </a:solidFill>
                <a:latin typeface="Calibri"/>
              </a:rPr>
              <a:t>Lets users see how much cluster headroom is left before they deploy</a:t>
            </a:r>
          </a:p>
          <a:p>
            <a:pPr marL="292608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–"/>
            </a:pPr>
            <a:r>
              <a:rPr sz="1150" b="0">
                <a:solidFill>
                  <a:srgbClr val="374151"/>
                </a:solidFill>
                <a:latin typeface="Calibri"/>
              </a:rPr>
              <a:t>Adopts Kubecost's allocation = max(usage, requests) concept, closer to reality than requests alone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554480"/>
            <a:ext cx="5120640" cy="2286000"/>
          </a:xfrm>
          <a:prstGeom prst="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6916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DC2626"/>
                </a:solidFill>
                <a:latin typeface="Calibri"/>
              </a:rPr>
              <a:t>A real bug caught in the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Cost estimation reused the single-container formula; when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the total for 0 deployments is genuinely 0, Python's or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misread it as “not filled in,” producing a phantom monthly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cost. Fixed, with a regression test added.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023360"/>
            <a:ext cx="5120640" cy="155448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41605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6A34A"/>
                </a:solidFill>
                <a:latin typeface="Calibri"/>
              </a:rPr>
              <a:t>An extra environment issue resolved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57200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Calibri"/>
              </a:rPr>
              <a:t>Local Prometheus was unreachable for a while (Docker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Calibri"/>
              </a:rPr>
              <a:t>Desktop/WSL2 network freeze); root-caused and resolved.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Calibri"/>
              </a:rPr>
              <a:t>Dashboard now shows real usage correctly.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Calibri"/>
              </a:rPr>
              <a:t>THIS WEEK · 09/19-09/20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Calibri"/>
              </a:rPr>
              <a:t>Fixes for Issues Actually Found &amp; Experience Polish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291840" cy="4572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7335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Reported Issue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600200"/>
            <a:ext cx="4206240" cy="4572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0" y="167335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00200"/>
            <a:ext cx="3520440" cy="4572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67335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Resolution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57400"/>
            <a:ext cx="32918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86200" y="2057400"/>
            <a:ext cx="42062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2057400"/>
            <a:ext cx="35204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11827"/>
                </a:solidFill>
                <a:latin typeface="Calibri"/>
              </a:rPr>
              <a:t>Default prompt cards did nothing when clicked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2112264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74151"/>
                </a:solidFill>
                <a:latin typeface="Calibri"/>
              </a:rPr>
              <a:t>onclick attribute's double quotes canceled each other out (a string-escaping oversight)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488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Fixed + verified with Playwright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32918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86200" y="27432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2743200"/>
            <a:ext cx="3520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798064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11827"/>
                </a:solidFill>
                <a:latin typeface="Calibri"/>
              </a:rPr>
              <a:t>Traditional Chinese occasionally showed Simplified characters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5928" y="2798064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74151"/>
                </a:solidFill>
                <a:latin typeface="Calibri"/>
              </a:rPr>
              <a:t>opencc was listed in requirements.txt but never actually installed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8346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Fixed + character-by-character scan verified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29000"/>
            <a:ext cx="32918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86200" y="3429000"/>
            <a:ext cx="42062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3429000"/>
            <a:ext cx="35204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3483864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11827"/>
                </a:solidFill>
                <a:latin typeface="Calibri"/>
              </a:rPr>
              <a:t>Markdown syntax wasn't rendered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928" y="3483864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74151"/>
                </a:solidFill>
                <a:latin typeface="Calibri"/>
              </a:rPr>
              <a:t>AI replies were dropped straight into innerHTML with no 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5204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Added a lightweight renderMarkdown()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14800"/>
            <a:ext cx="32918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86200" y="41148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4114800"/>
            <a:ext cx="3520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4169664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11827"/>
                </a:solidFill>
                <a:latin typeface="Calibri"/>
              </a:rPr>
              <a:t>Loading animation felt out of 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95928" y="4169664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74151"/>
                </a:solidFill>
                <a:latin typeface="Calibri"/>
              </a:rPr>
              <a:t>Restyled to a radial rotating-tick pattern matching a reference 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2062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Applied consistently site-wide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00600"/>
            <a:ext cx="32918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886200" y="4800600"/>
            <a:ext cx="42062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38160" y="4800600"/>
            <a:ext cx="35204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4855464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11827"/>
                </a:solidFill>
                <a:latin typeface="Calibri"/>
              </a:rPr>
              <a:t>Switching language didn't affect the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5928" y="4855464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74151"/>
                </a:solidFill>
                <a:latin typeface="Calibri"/>
              </a:rPr>
              <a:t>The toggle button only existed in the Chat page's own header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48920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Moved to the shared global status bar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6A34A"/>
                </a:solidFill>
                <a:latin typeface="Calibr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Calibri"/>
              </a:rPr>
              <a:t>LLM-enabled Zero-Touch Kubernetes Service Deployment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Calibri"/>
              </a:rPr>
              <a:t>Full record: see CHANGELOG.md, docs/security_review.md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1173</Words>
  <Application>Microsoft Office PowerPoint</Application>
  <PresentationFormat>寬螢幕</PresentationFormat>
  <Paragraphs>142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柏諭 宋</cp:lastModifiedBy>
  <cp:revision>3</cp:revision>
  <dcterms:created xsi:type="dcterms:W3CDTF">2013-01-27T09:14:16Z</dcterms:created>
  <dcterms:modified xsi:type="dcterms:W3CDTF">2026-09-20T10:31:32Z</dcterms:modified>
  <cp:category/>
</cp:coreProperties>
</file>